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Roboto" panose="020F0502020204030204" pitchFamily="2" charset="0"/>
      <p:regular r:id="rId13"/>
    </p:embeddedFont>
    <p:embeddedFont>
      <p:font typeface="Roboto Bold" panose="020B0604020202020204" charset="0"/>
      <p:regular r:id="rId14"/>
    </p:embeddedFont>
    <p:embeddedFont>
      <p:font typeface="Roboto Light" panose="02000000000000000000" pitchFamily="2" charset="0"/>
      <p:regular r:id="rId15"/>
    </p:embeddedFont>
    <p:embeddedFont>
      <p:font typeface="Roboto Medium" panose="020F0502020204030204" pitchFamily="2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1490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18">
              <a:alpha val="80000"/>
            </a:srgbClr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6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jpe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59080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Car Rental System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46491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Online Car Rental Website — ASP.NET Core MVC Capstone Project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979962"/>
            <a:ext cx="1590536" cy="287139"/>
          </a:xfrm>
          <a:prstGeom prst="roundRect">
            <a:avLst>
              <a:gd name="adj" fmla="val 22118"/>
            </a:avLst>
          </a:prstGeom>
          <a:solidFill>
            <a:srgbClr val="0F163E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5" name="Text 3"/>
          <p:cNvSpPr/>
          <p:nvPr/>
        </p:nvSpPr>
        <p:spPr>
          <a:xfrm>
            <a:off x="774879" y="4036616"/>
            <a:ext cx="197331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ASP.NET CORE MVC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346465" y="3979962"/>
            <a:ext cx="2104873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5A6ED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2459869" y="4036616"/>
            <a:ext cx="248764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FRAMEWORK CORE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45792" y="3979962"/>
            <a:ext cx="1081953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5A6ED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9" name="Text 7"/>
          <p:cNvSpPr/>
          <p:nvPr/>
        </p:nvSpPr>
        <p:spPr>
          <a:xfrm>
            <a:off x="4659196" y="4036616"/>
            <a:ext cx="146473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 SERVER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722199" y="3979962"/>
            <a:ext cx="1908028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5A6ED8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Text 9"/>
          <p:cNvSpPr/>
          <p:nvPr/>
        </p:nvSpPr>
        <p:spPr>
          <a:xfrm>
            <a:off x="5835603" y="4036616"/>
            <a:ext cx="229080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ASP.NET CORE IDENTITY</a:t>
            </a:r>
            <a:endParaRPr lang="en-US" sz="11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7580D6-F30B-92EF-A6DF-631407406086}"/>
              </a:ext>
            </a:extLst>
          </p:cNvPr>
          <p:cNvSpPr/>
          <p:nvPr/>
        </p:nvSpPr>
        <p:spPr>
          <a:xfrm>
            <a:off x="10963469" y="6587412"/>
            <a:ext cx="1228531" cy="2052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5625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Project Idea &amp; Problem Statement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105991"/>
            <a:ext cx="1147833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Car Rental System enables customers to browse, search, and reserve vehicles online — replacing the traditional manual rental process with a streamlined digital experience.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61877"/>
            <a:ext cx="620201" cy="744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63033" y="1485900"/>
            <a:ext cx="1016718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Browse Cars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106116"/>
            <a:ext cx="620201" cy="7442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63033" y="2230140"/>
            <a:ext cx="1016718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Select Car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2850356"/>
            <a:ext cx="620201" cy="7442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63033" y="2974380"/>
            <a:ext cx="1016718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Choose Dates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3594596"/>
            <a:ext cx="620201" cy="7442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63033" y="3718620"/>
            <a:ext cx="1016718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Check Availability</a:t>
            </a:r>
            <a:endParaRPr lang="en-US" sz="12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4338836"/>
            <a:ext cx="620201" cy="74424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363033" y="4462859"/>
            <a:ext cx="1016718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Reserve</a:t>
            </a:r>
            <a:endParaRPr lang="en-US" sz="1200" dirty="0"/>
          </a:p>
        </p:txBody>
      </p:sp>
      <p:sp>
        <p:nvSpPr>
          <p:cNvPr id="14" name="Text 7"/>
          <p:cNvSpPr/>
          <p:nvPr/>
        </p:nvSpPr>
        <p:spPr>
          <a:xfrm>
            <a:off x="661475" y="5256014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Traditional Problems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661475" y="5531148"/>
            <a:ext cx="5283068" cy="742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reservation requiring office visits or phone calls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real-time visibility of available cars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price calculations prone to error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Booking conflicts and double-reservations</a:t>
            </a:r>
            <a:endParaRPr lang="en-US" sz="950" dirty="0"/>
          </a:p>
        </p:txBody>
      </p:sp>
      <p:sp>
        <p:nvSpPr>
          <p:cNvPr id="16" name="Shape 9"/>
          <p:cNvSpPr/>
          <p:nvPr/>
        </p:nvSpPr>
        <p:spPr>
          <a:xfrm>
            <a:off x="6164208" y="5174655"/>
            <a:ext cx="5461657" cy="1127621"/>
          </a:xfrm>
          <a:prstGeom prst="roundRect">
            <a:avLst>
              <a:gd name="adj" fmla="val 7920"/>
            </a:avLst>
          </a:prstGeom>
          <a:solidFill>
            <a:srgbClr val="C7A2AC">
              <a:alpha val="95000"/>
            </a:srgbClr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7" name="Text 10"/>
          <p:cNvSpPr/>
          <p:nvPr/>
        </p:nvSpPr>
        <p:spPr>
          <a:xfrm>
            <a:off x="6288228" y="5256014"/>
            <a:ext cx="521361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System Solution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6288228" y="5531148"/>
            <a:ext cx="5213616" cy="742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Online browsing, search &amp; filtering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Automatic price calculation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availability checking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Role-based admin management</a:t>
            </a:r>
            <a:endParaRPr lang="en-US" sz="9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E402B5-39F7-B835-C837-2A02B684905B}"/>
              </a:ext>
            </a:extLst>
          </p:cNvPr>
          <p:cNvSpPr/>
          <p:nvPr/>
        </p:nvSpPr>
        <p:spPr>
          <a:xfrm>
            <a:off x="10963469" y="6587412"/>
            <a:ext cx="1228531" cy="2052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782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System Users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7649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defines two distinct user roles, each with a tailored set of features and access permissions.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91544"/>
            <a:ext cx="3083344" cy="19056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4333478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Customer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4742160"/>
            <a:ext cx="5316206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Register &amp; Login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Browse, search &amp; filter cars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View car details &amp; select rental dates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Make reservations &amp; view status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915" y="2191544"/>
            <a:ext cx="3083443" cy="190569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13915" y="4333478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Admin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213915" y="4742160"/>
            <a:ext cx="5316305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 cars, categories &amp; customers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View &amp; manage all reservations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Approve or reject reservations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Update car status &amp; availability</a:t>
            </a:r>
            <a:endParaRPr lang="en-US" sz="14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28D2FB-254A-F64F-25C4-E5723FF7C279}"/>
              </a:ext>
            </a:extLst>
          </p:cNvPr>
          <p:cNvSpPr/>
          <p:nvPr/>
        </p:nvSpPr>
        <p:spPr>
          <a:xfrm>
            <a:off x="10963469" y="6587412"/>
            <a:ext cx="1228531" cy="2052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380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Customer Features &amp; Car Search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1475" y="1290836"/>
            <a:ext cx="1147833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Customers follow a clear, guided workflow from registration to confirmed reservation. Search and filtering help them quickly find the right vehicle.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61475" y="1653778"/>
            <a:ext cx="307074" cy="191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61475" y="1895574"/>
            <a:ext cx="3539739" cy="19050"/>
          </a:xfrm>
          <a:prstGeom prst="rect">
            <a:avLst/>
          </a:prstGeom>
          <a:solidFill>
            <a:srgbClr val="5A6ED8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6" name="Text 4"/>
          <p:cNvSpPr/>
          <p:nvPr/>
        </p:nvSpPr>
        <p:spPr>
          <a:xfrm>
            <a:off x="661475" y="2010370"/>
            <a:ext cx="353973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Register / Login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25928" y="1653778"/>
            <a:ext cx="307074" cy="191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5928" y="1895574"/>
            <a:ext cx="3539739" cy="19050"/>
          </a:xfrm>
          <a:prstGeom prst="rect">
            <a:avLst/>
          </a:prstGeom>
          <a:solidFill>
            <a:srgbClr val="5A6ED8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9" name="Text 7"/>
          <p:cNvSpPr/>
          <p:nvPr/>
        </p:nvSpPr>
        <p:spPr>
          <a:xfrm>
            <a:off x="4325928" y="2010370"/>
            <a:ext cx="353973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Browse Available Cars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90382" y="1653778"/>
            <a:ext cx="307074" cy="191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90382" y="1895574"/>
            <a:ext cx="3539739" cy="19050"/>
          </a:xfrm>
          <a:prstGeom prst="rect">
            <a:avLst/>
          </a:prstGeom>
          <a:solidFill>
            <a:srgbClr val="5A6ED8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2" name="Text 10"/>
          <p:cNvSpPr/>
          <p:nvPr/>
        </p:nvSpPr>
        <p:spPr>
          <a:xfrm>
            <a:off x="7990382" y="2010370"/>
            <a:ext cx="353973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Search &amp; Filter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90382" y="2325092"/>
            <a:ext cx="353973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brand, category, or price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1475" y="2787551"/>
            <a:ext cx="307074" cy="191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1475" y="3029347"/>
            <a:ext cx="3539739" cy="19050"/>
          </a:xfrm>
          <a:prstGeom prst="rect">
            <a:avLst/>
          </a:prstGeom>
          <a:solidFill>
            <a:srgbClr val="5A6ED8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6" name="Text 14"/>
          <p:cNvSpPr/>
          <p:nvPr/>
        </p:nvSpPr>
        <p:spPr>
          <a:xfrm>
            <a:off x="661475" y="3144143"/>
            <a:ext cx="353973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View Car Details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325928" y="2787551"/>
            <a:ext cx="307074" cy="191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25928" y="3029347"/>
            <a:ext cx="3539739" cy="19050"/>
          </a:xfrm>
          <a:prstGeom prst="rect">
            <a:avLst/>
          </a:prstGeom>
          <a:solidFill>
            <a:srgbClr val="5A6ED8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9" name="Text 17"/>
          <p:cNvSpPr/>
          <p:nvPr/>
        </p:nvSpPr>
        <p:spPr>
          <a:xfrm>
            <a:off x="4325928" y="3144143"/>
            <a:ext cx="353973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Select Start &amp; End Dates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990382" y="2787551"/>
            <a:ext cx="307074" cy="191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06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90382" y="3029347"/>
            <a:ext cx="3539739" cy="19050"/>
          </a:xfrm>
          <a:prstGeom prst="rect">
            <a:avLst/>
          </a:prstGeom>
          <a:solidFill>
            <a:srgbClr val="5A6ED8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2" name="Text 20"/>
          <p:cNvSpPr/>
          <p:nvPr/>
        </p:nvSpPr>
        <p:spPr>
          <a:xfrm>
            <a:off x="7990382" y="3144143"/>
            <a:ext cx="353973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Check Availability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1475" y="3623866"/>
            <a:ext cx="307074" cy="191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07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1475" y="3865662"/>
            <a:ext cx="3539739" cy="19050"/>
          </a:xfrm>
          <a:prstGeom prst="rect">
            <a:avLst/>
          </a:prstGeom>
          <a:solidFill>
            <a:srgbClr val="5A6ED8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5" name="Text 23"/>
          <p:cNvSpPr/>
          <p:nvPr/>
        </p:nvSpPr>
        <p:spPr>
          <a:xfrm>
            <a:off x="661475" y="3980458"/>
            <a:ext cx="353973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Calculate Total Price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325928" y="3623866"/>
            <a:ext cx="307074" cy="191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08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25928" y="3865662"/>
            <a:ext cx="3539739" cy="19050"/>
          </a:xfrm>
          <a:prstGeom prst="rect">
            <a:avLst/>
          </a:prstGeom>
          <a:solidFill>
            <a:srgbClr val="5A6ED8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8" name="Text 26"/>
          <p:cNvSpPr/>
          <p:nvPr/>
        </p:nvSpPr>
        <p:spPr>
          <a:xfrm>
            <a:off x="4325928" y="3980458"/>
            <a:ext cx="353973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Confirm Reservation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990382" y="3623866"/>
            <a:ext cx="307074" cy="191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09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990382" y="3865662"/>
            <a:ext cx="3539739" cy="19050"/>
          </a:xfrm>
          <a:prstGeom prst="rect">
            <a:avLst/>
          </a:prstGeom>
          <a:solidFill>
            <a:srgbClr val="5A6ED8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1" name="Text 29"/>
          <p:cNvSpPr/>
          <p:nvPr/>
        </p:nvSpPr>
        <p:spPr>
          <a:xfrm>
            <a:off x="7990382" y="3980458"/>
            <a:ext cx="353973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View Reservation Status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50849" y="4475758"/>
            <a:ext cx="5468305" cy="1820863"/>
          </a:xfrm>
          <a:prstGeom prst="roundRect">
            <a:avLst>
              <a:gd name="adj" fmla="val 6073"/>
            </a:avLst>
          </a:prstGeom>
          <a:solidFill>
            <a:srgbClr val="C7A2AC">
              <a:alpha val="95000"/>
            </a:srgbClr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3" name="Text 31"/>
          <p:cNvSpPr/>
          <p:nvPr/>
        </p:nvSpPr>
        <p:spPr>
          <a:xfrm>
            <a:off x="704336" y="4600476"/>
            <a:ext cx="516132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Search &amp; Filter Options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04336" y="4965105"/>
            <a:ext cx="5161329" cy="755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Brand</a:t>
            </a: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Filter by manufacturer</a:t>
            </a:r>
            <a:endParaRPr lang="en-US" sz="1200" dirty="0"/>
          </a:p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Category</a:t>
            </a: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Sedan, SUV, Luxury, etc.</a:t>
            </a:r>
            <a:endParaRPr lang="en-US" sz="1200" dirty="0"/>
          </a:p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Price</a:t>
            </a: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Within budget range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89518" y="4600476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Car Details Display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289518" y="4965105"/>
            <a:ext cx="5247052" cy="1287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Brand, Model &amp; Year</a:t>
            </a:r>
            <a:endParaRPr lang="en-US" sz="1200" dirty="0"/>
          </a:p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Category &amp; Daily Rental Price</a:t>
            </a:r>
            <a:endParaRPr lang="en-US" sz="1200" dirty="0"/>
          </a:p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Availability Status</a:t>
            </a:r>
            <a:endParaRPr lang="en-US" sz="1200" dirty="0"/>
          </a:p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 Image</a:t>
            </a:r>
            <a:endParaRPr lang="en-US" sz="1200" dirty="0"/>
          </a:p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Rental date picker</a:t>
            </a:r>
            <a:endParaRPr lang="en-US" sz="12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C3D8C59-C8B4-D88C-3FD2-1EEE2EBEEC7C}"/>
              </a:ext>
            </a:extLst>
          </p:cNvPr>
          <p:cNvSpPr/>
          <p:nvPr/>
        </p:nvSpPr>
        <p:spPr>
          <a:xfrm>
            <a:off x="10963469" y="6587412"/>
            <a:ext cx="1228531" cy="2052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Reservation Process &amp; Pricing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automatically calculates the total rental cost and validates availability before confirming any reservation.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076027"/>
            <a:ext cx="10868745" cy="48909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98699" y="1337951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Select Car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2298699" y="1715488"/>
            <a:ext cx="190200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Choose vehicle and rental dates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179801" y="5006192"/>
            <a:ext cx="191245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Check Availability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4179801" y="5383729"/>
            <a:ext cx="191245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Verify vehicle is free for dates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040002" y="1301373"/>
            <a:ext cx="1902003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Calculate Price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6040002" y="1678910"/>
            <a:ext cx="1902003" cy="352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 computes total cost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921104" y="4859228"/>
            <a:ext cx="1902004" cy="587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Confirm Reservation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7921104" y="5530693"/>
            <a:ext cx="1902004" cy="352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 booking and payment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93412" y="6020098"/>
            <a:ext cx="5455208" cy="761603"/>
          </a:xfrm>
          <a:prstGeom prst="roundRect">
            <a:avLst>
              <a:gd name="adj" fmla="val 8935"/>
            </a:avLst>
          </a:prstGeom>
          <a:solidFill>
            <a:srgbClr val="C7A2AC">
              <a:alpha val="95000"/>
            </a:srgbClr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4" name="Text 11"/>
          <p:cNvSpPr/>
          <p:nvPr/>
        </p:nvSpPr>
        <p:spPr>
          <a:xfrm>
            <a:off x="687866" y="6067326"/>
            <a:ext cx="526630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Pricing Formula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87866" y="6262191"/>
            <a:ext cx="5266300" cy="26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Total Price = Rental Days × Daily Rate</a:t>
            </a:r>
            <a:endParaRPr lang="en-US" sz="7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$50/day × 4 days = </a:t>
            </a:r>
            <a:r>
              <a:rPr lang="en-US" sz="7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$200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217487" y="6067326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Validation Rules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217487" y="6262191"/>
            <a:ext cx="5319083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Start date must be before end date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 must be in </a:t>
            </a:r>
            <a:r>
              <a:rPr lang="en-US" sz="70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Available</a:t>
            </a:r>
            <a:r>
              <a:rPr lang="en-US" sz="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status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overlapping reservations allowed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required fields must be completed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Availability &amp; Booking Conflict Logic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Before confirming any reservation, the system checks for date overlaps with existing bookings. A reservation is only created if the car is free for the entire selected period.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076027"/>
            <a:ext cx="9753356" cy="5486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400936" y="6892230"/>
            <a:ext cx="338982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7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FF5C7F-1129-34F7-AD7E-7128EAEB5C55}"/>
              </a:ext>
            </a:extLst>
          </p:cNvPr>
          <p:cNvSpPr/>
          <p:nvPr/>
        </p:nvSpPr>
        <p:spPr>
          <a:xfrm>
            <a:off x="10963469" y="6587412"/>
            <a:ext cx="1228531" cy="2052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63066"/>
            <a:ext cx="6296860" cy="359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Admin Features &amp; Authentication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661475" y="1028204"/>
            <a:ext cx="6296860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Admin Dashboard provides complete control over the rental system. Access is protected by role-based authorization via ASP.NET Core Identity.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661475" y="1403548"/>
            <a:ext cx="6296860" cy="1028700"/>
          </a:xfrm>
          <a:prstGeom prst="roundRect">
            <a:avLst>
              <a:gd name="adj" fmla="val 4703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6" name="Shape 3"/>
          <p:cNvSpPr/>
          <p:nvPr/>
        </p:nvSpPr>
        <p:spPr>
          <a:xfrm>
            <a:off x="782916" y="1524992"/>
            <a:ext cx="345471" cy="345480"/>
          </a:xfrm>
          <a:prstGeom prst="ellipse">
            <a:avLst/>
          </a:prstGeom>
          <a:solidFill>
            <a:srgbClr val="5A6ED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66" y="1619945"/>
            <a:ext cx="155472" cy="1554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2916" y="1940620"/>
            <a:ext cx="605397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Manage Cars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82916" y="2162572"/>
            <a:ext cx="605397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Add, edit, delete cars and update status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661475" y="2502396"/>
            <a:ext cx="6296860" cy="1028700"/>
          </a:xfrm>
          <a:prstGeom prst="roundRect">
            <a:avLst>
              <a:gd name="adj" fmla="val 4703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1" name="Shape 7"/>
          <p:cNvSpPr/>
          <p:nvPr/>
        </p:nvSpPr>
        <p:spPr>
          <a:xfrm>
            <a:off x="782916" y="2623840"/>
            <a:ext cx="345471" cy="345480"/>
          </a:xfrm>
          <a:prstGeom prst="ellipse">
            <a:avLst/>
          </a:prstGeom>
          <a:solidFill>
            <a:srgbClr val="5A6ED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7866" y="2718792"/>
            <a:ext cx="155472" cy="1554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82916" y="3039467"/>
            <a:ext cx="605397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Manage Categories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782916" y="3261420"/>
            <a:ext cx="605397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Organize vehicles by category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661475" y="3601244"/>
            <a:ext cx="6296860" cy="1028700"/>
          </a:xfrm>
          <a:prstGeom prst="roundRect">
            <a:avLst>
              <a:gd name="adj" fmla="val 4703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6" name="Shape 11"/>
          <p:cNvSpPr/>
          <p:nvPr/>
        </p:nvSpPr>
        <p:spPr>
          <a:xfrm>
            <a:off x="782916" y="3722688"/>
            <a:ext cx="345471" cy="345480"/>
          </a:xfrm>
          <a:prstGeom prst="ellipse">
            <a:avLst/>
          </a:prstGeom>
          <a:solidFill>
            <a:srgbClr val="5A6ED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7866" y="3817640"/>
            <a:ext cx="155472" cy="15547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82916" y="4138315"/>
            <a:ext cx="605397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Manage Customers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782916" y="4360267"/>
            <a:ext cx="605397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View and manage customer accounts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661475" y="4700091"/>
            <a:ext cx="6296860" cy="1028700"/>
          </a:xfrm>
          <a:prstGeom prst="roundRect">
            <a:avLst>
              <a:gd name="adj" fmla="val 4703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1" name="Shape 15"/>
          <p:cNvSpPr/>
          <p:nvPr/>
        </p:nvSpPr>
        <p:spPr>
          <a:xfrm>
            <a:off x="782916" y="4821535"/>
            <a:ext cx="345471" cy="345480"/>
          </a:xfrm>
          <a:prstGeom prst="ellipse">
            <a:avLst/>
          </a:prstGeom>
          <a:solidFill>
            <a:srgbClr val="5A6ED8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7866" y="4916488"/>
            <a:ext cx="155472" cy="15547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82916" y="5237163"/>
            <a:ext cx="605397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Manage Reservations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782916" y="5459115"/>
            <a:ext cx="605397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Approve or reject bookings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661475" y="5807670"/>
            <a:ext cx="6296860" cy="487263"/>
          </a:xfrm>
          <a:prstGeom prst="roundRect">
            <a:avLst>
              <a:gd name="adj" fmla="val 9928"/>
            </a:avLst>
          </a:prstGeom>
          <a:solidFill>
            <a:srgbClr val="182567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6566" y="5907484"/>
            <a:ext cx="143963" cy="11509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35619" y="5906591"/>
            <a:ext cx="5807624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Authentication</a:t>
            </a: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verifies identity (Register/Login via ASP.NET Core Identity). </a:t>
            </a:r>
            <a:r>
              <a:rPr lang="en-US" sz="9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Authorization</a:t>
            </a: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controls access — Customers see rental features, Admins access the dashboard and management tools.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Database &amp; Entity Relationships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uses four core entities connected through Entity Framework Core with SQL Server.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076027"/>
            <a:ext cx="9753356" cy="54864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5200F82-9F04-EB90-64C2-E978006A726C}"/>
              </a:ext>
            </a:extLst>
          </p:cNvPr>
          <p:cNvSpPr/>
          <p:nvPr/>
        </p:nvSpPr>
        <p:spPr>
          <a:xfrm>
            <a:off x="10963469" y="6587412"/>
            <a:ext cx="1228531" cy="2052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5448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Technology Stack &amp; Core Features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533982" y="1368326"/>
            <a:ext cx="5473265" cy="4924227"/>
          </a:xfrm>
          <a:prstGeom prst="roundRect">
            <a:avLst>
              <a:gd name="adj" fmla="val 2591"/>
            </a:avLst>
          </a:prstGeom>
          <a:solidFill>
            <a:srgbClr val="C7A2AC">
              <a:alpha val="95000"/>
            </a:srgbClr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4" name="Text 2"/>
          <p:cNvSpPr/>
          <p:nvPr/>
        </p:nvSpPr>
        <p:spPr>
          <a:xfrm>
            <a:off x="711182" y="1534418"/>
            <a:ext cx="511886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Frontend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11182" y="1977430"/>
            <a:ext cx="5118865" cy="940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HTML &amp; CSS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Bootstrap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Razor Views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1182" y="3083719"/>
            <a:ext cx="511886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Backend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11182" y="3526730"/>
            <a:ext cx="5118865" cy="607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ASP.NET Core MVC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C#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1182" y="4300240"/>
            <a:ext cx="511886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Database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11182" y="4743252"/>
            <a:ext cx="5118865" cy="607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 Server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Framework Core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1182" y="5516761"/>
            <a:ext cx="511886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Authentication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11182" y="5959773"/>
            <a:ext cx="572845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ASP.NET Core Identity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318290" y="1534418"/>
            <a:ext cx="521828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Core Features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18290" y="1977430"/>
            <a:ext cx="5218280" cy="2604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Authentication &amp; Authorization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CRUD Operations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Search &amp; Filtering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Reservation System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Availability Checking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Booking Conflict Detection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Automatic Price Calculation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Role-Based Access Control</a:t>
            </a:r>
            <a:endParaRPr lang="en-US" sz="13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1B46E9-CC9E-E4A9-2A37-CDFBF7C8BA6F}"/>
              </a:ext>
            </a:extLst>
          </p:cNvPr>
          <p:cNvSpPr/>
          <p:nvPr/>
        </p:nvSpPr>
        <p:spPr>
          <a:xfrm>
            <a:off x="10963469" y="6587412"/>
            <a:ext cx="1228531" cy="2052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9340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Future Enhancements &amp; Conclusion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6207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following features are planned for future iterations, beyond the current project scope.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77120"/>
            <a:ext cx="3496877" cy="14423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7479" y="2891532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Payments &amp; Notifications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77479" y="3300214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Online payment integration, email &amp; SMS notifications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2677120"/>
            <a:ext cx="3496877" cy="144234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3363" y="2891532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Reports &amp; Analytics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663363" y="3300214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Admin dashboard with reports, reservation history &amp; analytics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2677120"/>
            <a:ext cx="3496877" cy="144234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49247" y="2891532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Customer Reviews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349247" y="3300214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Rating and review system for rented vehicles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944936" y="4544715"/>
            <a:ext cx="1058528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r>
              <a:rPr lang="en-US" sz="14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Car Rental System</a:t>
            </a: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delivers a complete online solution — simplifying reservations for customers and giving admins full control. It demonstrates practical implementation of </a:t>
            </a:r>
            <a:r>
              <a:rPr lang="en-US" sz="14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ASP.NET Core MVC</a:t>
            </a: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4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Entity Framework Core</a:t>
            </a: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4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SQL Server</a:t>
            </a: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and </a:t>
            </a:r>
            <a:r>
              <a:rPr lang="en-US" sz="14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ASP.NET Core Identity</a:t>
            </a: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661475" y="4332089"/>
            <a:ext cx="25399" cy="1332508"/>
          </a:xfrm>
          <a:prstGeom prst="roundRect">
            <a:avLst>
              <a:gd name="adj" fmla="val 50001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765BB0-2626-E9D5-7B98-95F4C8788E5A}"/>
              </a:ext>
            </a:extLst>
          </p:cNvPr>
          <p:cNvSpPr/>
          <p:nvPr/>
        </p:nvSpPr>
        <p:spPr>
          <a:xfrm>
            <a:off x="10963469" y="6587412"/>
            <a:ext cx="1228531" cy="2052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694</Words>
  <Application>Microsoft Office PowerPoint</Application>
  <PresentationFormat>Widescreen</PresentationFormat>
  <Paragraphs>140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Roboto Light</vt:lpstr>
      <vt:lpstr>Arial</vt:lpstr>
      <vt:lpstr>Roboto</vt:lpstr>
      <vt:lpstr>Roboto Medium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shahd elkhamissy</cp:lastModifiedBy>
  <cp:revision>2</cp:revision>
  <dcterms:created xsi:type="dcterms:W3CDTF">2026-09-20T14:24:37Z</dcterms:created>
  <dcterms:modified xsi:type="dcterms:W3CDTF">2026-09-20T14:29:33Z</dcterms:modified>
</cp:coreProperties>
</file>